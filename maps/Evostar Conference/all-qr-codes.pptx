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>
        <p:scale>
          <a:sx n="142" d="100"/>
          <a:sy n="142" d="100"/>
        </p:scale>
        <p:origin x="2232" y="-36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F41C4-0952-7445-9073-C9C853366497}" type="datetimeFigureOut">
              <a:rPr lang="es-ES_tradnl" smtClean="0"/>
              <a:t>18/4/25</a:t>
            </a:fld>
            <a:endParaRPr lang="es-ES_trad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48707E-E308-524A-9A11-9CBF58F82F81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3702738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F41C4-0952-7445-9073-C9C853366497}" type="datetimeFigureOut">
              <a:rPr lang="es-ES_tradnl" smtClean="0"/>
              <a:t>18/4/25</a:t>
            </a:fld>
            <a:endParaRPr lang="es-ES_trad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48707E-E308-524A-9A11-9CBF58F82F81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0553395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F41C4-0952-7445-9073-C9C853366497}" type="datetimeFigureOut">
              <a:rPr lang="es-ES_tradnl" smtClean="0"/>
              <a:t>18/4/25</a:t>
            </a:fld>
            <a:endParaRPr lang="es-ES_trad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48707E-E308-524A-9A11-9CBF58F82F81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0269207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F41C4-0952-7445-9073-C9C853366497}" type="datetimeFigureOut">
              <a:rPr lang="es-ES_tradnl" smtClean="0"/>
              <a:t>18/4/25</a:t>
            </a:fld>
            <a:endParaRPr lang="es-ES_trad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48707E-E308-524A-9A11-9CBF58F82F81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40022115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F41C4-0952-7445-9073-C9C853366497}" type="datetimeFigureOut">
              <a:rPr lang="es-ES_tradnl" smtClean="0"/>
              <a:t>18/4/25</a:t>
            </a:fld>
            <a:endParaRPr lang="es-ES_tradn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48707E-E308-524A-9A11-9CBF58F82F81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9264773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F41C4-0952-7445-9073-C9C853366497}" type="datetimeFigureOut">
              <a:rPr lang="es-ES_tradnl" smtClean="0"/>
              <a:t>18/4/25</a:t>
            </a:fld>
            <a:endParaRPr lang="es-ES_tradn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48707E-E308-524A-9A11-9CBF58F82F81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5498614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F41C4-0952-7445-9073-C9C853366497}" type="datetimeFigureOut">
              <a:rPr lang="es-ES_tradnl" smtClean="0"/>
              <a:t>18/4/25</a:t>
            </a:fld>
            <a:endParaRPr lang="es-ES_tradn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48707E-E308-524A-9A11-9CBF58F82F81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727326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2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F41C4-0952-7445-9073-C9C853366497}" type="datetimeFigureOut">
              <a:rPr lang="es-ES_tradnl" smtClean="0"/>
              <a:t>18/4/25</a:t>
            </a:fld>
            <a:endParaRPr lang="es-ES_trad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48707E-E308-524A-9A11-9CBF58F82F81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1794013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2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F41C4-0952-7445-9073-C9C853366497}" type="datetimeFigureOut">
              <a:rPr lang="es-ES_tradnl" smtClean="0"/>
              <a:t>18/4/25</a:t>
            </a:fld>
            <a:endParaRPr lang="es-ES_trad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48707E-E308-524A-9A11-9CBF58F82F81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3470408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F41C4-0952-7445-9073-C9C853366497}" type="datetimeFigureOut">
              <a:rPr lang="es-ES_tradnl" smtClean="0"/>
              <a:t>18/4/25</a:t>
            </a:fld>
            <a:endParaRPr lang="es-ES_trad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48707E-E308-524A-9A11-9CBF58F82F81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3776493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F41C4-0952-7445-9073-C9C853366497}" type="datetimeFigureOut">
              <a:rPr lang="es-ES_tradnl" smtClean="0"/>
              <a:t>18/4/25</a:t>
            </a:fld>
            <a:endParaRPr lang="es-ES_trad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48707E-E308-524A-9A11-9CBF58F82F81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4656043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7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02F41C4-0952-7445-9073-C9C853366497}" type="datetimeFigureOut">
              <a:rPr lang="es-ES_tradnl" smtClean="0"/>
              <a:t>18/4/25</a:t>
            </a:fld>
            <a:endParaRPr lang="es-ES_trad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_trad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148707E-E308-524A-9A11-9CBF58F82F81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5846119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upo 9">
            <a:extLst>
              <a:ext uri="{FF2B5EF4-FFF2-40B4-BE49-F238E27FC236}">
                <a16:creationId xmlns:a16="http://schemas.microsoft.com/office/drawing/2014/main" id="{1C479C6A-2411-AB33-06EF-3A0B6952A99F}"/>
              </a:ext>
            </a:extLst>
          </p:cNvPr>
          <p:cNvGrpSpPr/>
          <p:nvPr/>
        </p:nvGrpSpPr>
        <p:grpSpPr>
          <a:xfrm>
            <a:off x="1271442" y="559072"/>
            <a:ext cx="1954358" cy="2857471"/>
            <a:chOff x="841049" y="576261"/>
            <a:chExt cx="1954358" cy="2857471"/>
          </a:xfrm>
        </p:grpSpPr>
        <p:sp>
          <p:nvSpPr>
            <p:cNvPr id="4" name="CuadroTexto 3">
              <a:extLst>
                <a:ext uri="{FF2B5EF4-FFF2-40B4-BE49-F238E27FC236}">
                  <a16:creationId xmlns:a16="http://schemas.microsoft.com/office/drawing/2014/main" id="{8FE4A2AA-5F3C-2916-D214-AF819D26B987}"/>
                </a:ext>
              </a:extLst>
            </p:cNvPr>
            <p:cNvSpPr txBox="1"/>
            <p:nvPr/>
          </p:nvSpPr>
          <p:spPr>
            <a:xfrm>
              <a:off x="841049" y="576261"/>
              <a:ext cx="195435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_tradnl" sz="1400" b="1" dirty="0" err="1"/>
                <a:t>Scan</a:t>
              </a:r>
              <a:r>
                <a:rPr lang="es-ES_tradnl" sz="1400" b="1" dirty="0"/>
                <a:t> me </a:t>
              </a:r>
              <a:r>
                <a:rPr lang="es-ES_tradnl" sz="1400" dirty="0" err="1"/>
                <a:t>to</a:t>
              </a:r>
              <a:r>
                <a:rPr lang="es-ES_tradnl" sz="1400" dirty="0"/>
                <a:t> </a:t>
              </a:r>
              <a:r>
                <a:rPr lang="es-ES_tradnl" sz="1400" dirty="0" err="1"/>
                <a:t>visit</a:t>
              </a:r>
              <a:r>
                <a:rPr lang="es-ES_tradnl" sz="1400" dirty="0"/>
                <a:t> </a:t>
              </a:r>
              <a:r>
                <a:rPr lang="es-ES_tradnl" sz="1400" dirty="0" err="1"/>
                <a:t>this</a:t>
              </a:r>
              <a:r>
                <a:rPr lang="es-ES_tradnl" sz="1400" dirty="0"/>
                <a:t> poster in </a:t>
              </a:r>
              <a:r>
                <a:rPr lang="es-ES_tradnl" sz="1400" b="1" dirty="0" err="1"/>
                <a:t>Gather.town</a:t>
              </a:r>
              <a:endParaRPr lang="es-ES_tradnl" sz="1400" b="1" dirty="0"/>
            </a:p>
          </p:txBody>
        </p:sp>
        <p:pic>
          <p:nvPicPr>
            <p:cNvPr id="8" name="Imagen 7" descr="Código QR&#10;&#10;El contenido generado por IA puede ser incorrecto.">
              <a:extLst>
                <a:ext uri="{FF2B5EF4-FFF2-40B4-BE49-F238E27FC236}">
                  <a16:creationId xmlns:a16="http://schemas.microsoft.com/office/drawing/2014/main" id="{0531D582-AD1B-7EEA-99D0-B48C495367D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12713" y="1099481"/>
              <a:ext cx="1811031" cy="1811031"/>
            </a:xfrm>
            <a:prstGeom prst="rect">
              <a:avLst/>
            </a:prstGeom>
          </p:spPr>
        </p:pic>
        <p:pic>
          <p:nvPicPr>
            <p:cNvPr id="6" name="Imagen 5">
              <a:extLst>
                <a:ext uri="{FF2B5EF4-FFF2-40B4-BE49-F238E27FC236}">
                  <a16:creationId xmlns:a16="http://schemas.microsoft.com/office/drawing/2014/main" id="{DA816A83-2322-EA0C-45A1-C3FEFB0C181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198370" y="2910512"/>
              <a:ext cx="525374" cy="523220"/>
            </a:xfrm>
            <a:prstGeom prst="rect">
              <a:avLst/>
            </a:prstGeom>
          </p:spPr>
        </p:pic>
        <p:sp>
          <p:nvSpPr>
            <p:cNvPr id="9" name="CuadroTexto 8">
              <a:extLst>
                <a:ext uri="{FF2B5EF4-FFF2-40B4-BE49-F238E27FC236}">
                  <a16:creationId xmlns:a16="http://schemas.microsoft.com/office/drawing/2014/main" id="{7C4BB3AB-9A68-F6C5-C821-124DCBC8808D}"/>
                </a:ext>
              </a:extLst>
            </p:cNvPr>
            <p:cNvSpPr txBox="1"/>
            <p:nvPr/>
          </p:nvSpPr>
          <p:spPr>
            <a:xfrm>
              <a:off x="912713" y="3018233"/>
              <a:ext cx="110126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sz="1400" dirty="0"/>
                <a:t>Position: A1</a:t>
              </a:r>
            </a:p>
          </p:txBody>
        </p:sp>
      </p:grpSp>
      <p:grpSp>
        <p:nvGrpSpPr>
          <p:cNvPr id="11" name="Grupo 10">
            <a:extLst>
              <a:ext uri="{FF2B5EF4-FFF2-40B4-BE49-F238E27FC236}">
                <a16:creationId xmlns:a16="http://schemas.microsoft.com/office/drawing/2014/main" id="{E20979B2-8159-3787-872A-638A6547F4F5}"/>
              </a:ext>
            </a:extLst>
          </p:cNvPr>
          <p:cNvGrpSpPr/>
          <p:nvPr/>
        </p:nvGrpSpPr>
        <p:grpSpPr>
          <a:xfrm>
            <a:off x="3630795" y="559071"/>
            <a:ext cx="1954358" cy="2857471"/>
            <a:chOff x="841049" y="576261"/>
            <a:chExt cx="1954358" cy="2857471"/>
          </a:xfrm>
        </p:grpSpPr>
        <p:sp>
          <p:nvSpPr>
            <p:cNvPr id="12" name="CuadroTexto 11">
              <a:extLst>
                <a:ext uri="{FF2B5EF4-FFF2-40B4-BE49-F238E27FC236}">
                  <a16:creationId xmlns:a16="http://schemas.microsoft.com/office/drawing/2014/main" id="{8326ACC3-8892-5CAF-0801-A8FC1A9FF58F}"/>
                </a:ext>
              </a:extLst>
            </p:cNvPr>
            <p:cNvSpPr txBox="1"/>
            <p:nvPr/>
          </p:nvSpPr>
          <p:spPr>
            <a:xfrm>
              <a:off x="841049" y="576261"/>
              <a:ext cx="195435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_tradnl" sz="1400" b="1" dirty="0" err="1"/>
                <a:t>Scan</a:t>
              </a:r>
              <a:r>
                <a:rPr lang="es-ES_tradnl" sz="1400" b="1" dirty="0"/>
                <a:t> me </a:t>
              </a:r>
              <a:r>
                <a:rPr lang="es-ES_tradnl" sz="1400" dirty="0" err="1"/>
                <a:t>to</a:t>
              </a:r>
              <a:r>
                <a:rPr lang="es-ES_tradnl" sz="1400" dirty="0"/>
                <a:t> </a:t>
              </a:r>
              <a:r>
                <a:rPr lang="es-ES_tradnl" sz="1400" dirty="0" err="1"/>
                <a:t>visit</a:t>
              </a:r>
              <a:r>
                <a:rPr lang="es-ES_tradnl" sz="1400" dirty="0"/>
                <a:t> </a:t>
              </a:r>
              <a:r>
                <a:rPr lang="es-ES_tradnl" sz="1400" dirty="0" err="1"/>
                <a:t>this</a:t>
              </a:r>
              <a:r>
                <a:rPr lang="es-ES_tradnl" sz="1400" dirty="0"/>
                <a:t> poster in </a:t>
              </a:r>
              <a:r>
                <a:rPr lang="es-ES_tradnl" sz="1400" b="1" dirty="0" err="1"/>
                <a:t>Gather.town</a:t>
              </a:r>
              <a:endParaRPr lang="es-ES_tradnl" sz="1400" b="1" dirty="0"/>
            </a:p>
          </p:txBody>
        </p:sp>
        <p:pic>
          <p:nvPicPr>
            <p:cNvPr id="13" name="Imagen 12">
              <a:extLst>
                <a:ext uri="{FF2B5EF4-FFF2-40B4-BE49-F238E27FC236}">
                  <a16:creationId xmlns:a16="http://schemas.microsoft.com/office/drawing/2014/main" id="{739A68DB-FB30-F0CA-FFC4-1BB75530BB1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/>
            <a:stretch/>
          </p:blipFill>
          <p:spPr>
            <a:xfrm>
              <a:off x="912713" y="1099481"/>
              <a:ext cx="1811031" cy="1811031"/>
            </a:xfrm>
            <a:prstGeom prst="rect">
              <a:avLst/>
            </a:prstGeom>
          </p:spPr>
        </p:pic>
        <p:pic>
          <p:nvPicPr>
            <p:cNvPr id="14" name="Imagen 13">
              <a:extLst>
                <a:ext uri="{FF2B5EF4-FFF2-40B4-BE49-F238E27FC236}">
                  <a16:creationId xmlns:a16="http://schemas.microsoft.com/office/drawing/2014/main" id="{B5BED6B0-9BA3-E243-0ED0-59009E2A097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198370" y="2910512"/>
              <a:ext cx="525374" cy="523220"/>
            </a:xfrm>
            <a:prstGeom prst="rect">
              <a:avLst/>
            </a:prstGeom>
          </p:spPr>
        </p:pic>
        <p:sp>
          <p:nvSpPr>
            <p:cNvPr id="15" name="CuadroTexto 14">
              <a:extLst>
                <a:ext uri="{FF2B5EF4-FFF2-40B4-BE49-F238E27FC236}">
                  <a16:creationId xmlns:a16="http://schemas.microsoft.com/office/drawing/2014/main" id="{26012409-84D4-EE0A-2333-54EDCC0EEE4F}"/>
                </a:ext>
              </a:extLst>
            </p:cNvPr>
            <p:cNvSpPr txBox="1"/>
            <p:nvPr/>
          </p:nvSpPr>
          <p:spPr>
            <a:xfrm>
              <a:off x="912713" y="3018233"/>
              <a:ext cx="110126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sz="1400" dirty="0"/>
                <a:t>Position: A2</a:t>
              </a:r>
            </a:p>
          </p:txBody>
        </p:sp>
      </p:grpSp>
      <p:grpSp>
        <p:nvGrpSpPr>
          <p:cNvPr id="16" name="Grupo 15">
            <a:extLst>
              <a:ext uri="{FF2B5EF4-FFF2-40B4-BE49-F238E27FC236}">
                <a16:creationId xmlns:a16="http://schemas.microsoft.com/office/drawing/2014/main" id="{B9059418-C522-3254-7CBE-9A4ED19A6925}"/>
              </a:ext>
            </a:extLst>
          </p:cNvPr>
          <p:cNvGrpSpPr/>
          <p:nvPr/>
        </p:nvGrpSpPr>
        <p:grpSpPr>
          <a:xfrm>
            <a:off x="1271399" y="3524264"/>
            <a:ext cx="1954358" cy="2857471"/>
            <a:chOff x="841049" y="576261"/>
            <a:chExt cx="1954358" cy="2857471"/>
          </a:xfrm>
        </p:grpSpPr>
        <p:sp>
          <p:nvSpPr>
            <p:cNvPr id="17" name="CuadroTexto 16">
              <a:extLst>
                <a:ext uri="{FF2B5EF4-FFF2-40B4-BE49-F238E27FC236}">
                  <a16:creationId xmlns:a16="http://schemas.microsoft.com/office/drawing/2014/main" id="{0597AD77-B78B-2D8C-FE95-B487F5218146}"/>
                </a:ext>
              </a:extLst>
            </p:cNvPr>
            <p:cNvSpPr txBox="1"/>
            <p:nvPr/>
          </p:nvSpPr>
          <p:spPr>
            <a:xfrm>
              <a:off x="841049" y="576261"/>
              <a:ext cx="195435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_tradnl" sz="1400" b="1" dirty="0" err="1"/>
                <a:t>Scan</a:t>
              </a:r>
              <a:r>
                <a:rPr lang="es-ES_tradnl" sz="1400" b="1" dirty="0"/>
                <a:t> me </a:t>
              </a:r>
              <a:r>
                <a:rPr lang="es-ES_tradnl" sz="1400" dirty="0" err="1"/>
                <a:t>to</a:t>
              </a:r>
              <a:r>
                <a:rPr lang="es-ES_tradnl" sz="1400" dirty="0"/>
                <a:t> </a:t>
              </a:r>
              <a:r>
                <a:rPr lang="es-ES_tradnl" sz="1400" dirty="0" err="1"/>
                <a:t>visit</a:t>
              </a:r>
              <a:r>
                <a:rPr lang="es-ES_tradnl" sz="1400" dirty="0"/>
                <a:t> </a:t>
              </a:r>
              <a:r>
                <a:rPr lang="es-ES_tradnl" sz="1400" dirty="0" err="1"/>
                <a:t>this</a:t>
              </a:r>
              <a:r>
                <a:rPr lang="es-ES_tradnl" sz="1400" dirty="0"/>
                <a:t> poster in </a:t>
              </a:r>
              <a:r>
                <a:rPr lang="es-ES_tradnl" sz="1400" b="1" dirty="0" err="1"/>
                <a:t>Gather.town</a:t>
              </a:r>
              <a:endParaRPr lang="es-ES_tradnl" sz="1400" b="1" dirty="0"/>
            </a:p>
          </p:txBody>
        </p:sp>
        <p:pic>
          <p:nvPicPr>
            <p:cNvPr id="18" name="Imagen 17">
              <a:extLst>
                <a:ext uri="{FF2B5EF4-FFF2-40B4-BE49-F238E27FC236}">
                  <a16:creationId xmlns:a16="http://schemas.microsoft.com/office/drawing/2014/main" id="{6B19FE0E-A402-3B99-C860-AD3E8DE2A15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/>
            <a:stretch/>
          </p:blipFill>
          <p:spPr>
            <a:xfrm>
              <a:off x="912713" y="1099481"/>
              <a:ext cx="1811031" cy="1811031"/>
            </a:xfrm>
            <a:prstGeom prst="rect">
              <a:avLst/>
            </a:prstGeom>
          </p:spPr>
        </p:pic>
        <p:pic>
          <p:nvPicPr>
            <p:cNvPr id="19" name="Imagen 18">
              <a:extLst>
                <a:ext uri="{FF2B5EF4-FFF2-40B4-BE49-F238E27FC236}">
                  <a16:creationId xmlns:a16="http://schemas.microsoft.com/office/drawing/2014/main" id="{AA36F066-8C4D-4D46-0B6B-61784232476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198370" y="2910512"/>
              <a:ext cx="525374" cy="523220"/>
            </a:xfrm>
            <a:prstGeom prst="rect">
              <a:avLst/>
            </a:prstGeom>
          </p:spPr>
        </p:pic>
        <p:sp>
          <p:nvSpPr>
            <p:cNvPr id="20" name="CuadroTexto 19">
              <a:extLst>
                <a:ext uri="{FF2B5EF4-FFF2-40B4-BE49-F238E27FC236}">
                  <a16:creationId xmlns:a16="http://schemas.microsoft.com/office/drawing/2014/main" id="{B3E6B3F2-89B6-51E5-8771-4FB82FF4B078}"/>
                </a:ext>
              </a:extLst>
            </p:cNvPr>
            <p:cNvSpPr txBox="1"/>
            <p:nvPr/>
          </p:nvSpPr>
          <p:spPr>
            <a:xfrm>
              <a:off x="912713" y="3018233"/>
              <a:ext cx="110447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sz="1400" dirty="0"/>
                <a:t>Position: B1</a:t>
              </a:r>
            </a:p>
          </p:txBody>
        </p:sp>
      </p:grpSp>
      <p:grpSp>
        <p:nvGrpSpPr>
          <p:cNvPr id="21" name="Grupo 20">
            <a:extLst>
              <a:ext uri="{FF2B5EF4-FFF2-40B4-BE49-F238E27FC236}">
                <a16:creationId xmlns:a16="http://schemas.microsoft.com/office/drawing/2014/main" id="{1F58177D-C944-2673-FEC7-E407B513127B}"/>
              </a:ext>
            </a:extLst>
          </p:cNvPr>
          <p:cNvGrpSpPr/>
          <p:nvPr/>
        </p:nvGrpSpPr>
        <p:grpSpPr>
          <a:xfrm>
            <a:off x="3630752" y="3524263"/>
            <a:ext cx="1954358" cy="2857471"/>
            <a:chOff x="841049" y="576261"/>
            <a:chExt cx="1954358" cy="2857471"/>
          </a:xfrm>
        </p:grpSpPr>
        <p:sp>
          <p:nvSpPr>
            <p:cNvPr id="22" name="CuadroTexto 21">
              <a:extLst>
                <a:ext uri="{FF2B5EF4-FFF2-40B4-BE49-F238E27FC236}">
                  <a16:creationId xmlns:a16="http://schemas.microsoft.com/office/drawing/2014/main" id="{4ED511F4-8DC7-0082-A6A2-E3AE5CD493A2}"/>
                </a:ext>
              </a:extLst>
            </p:cNvPr>
            <p:cNvSpPr txBox="1"/>
            <p:nvPr/>
          </p:nvSpPr>
          <p:spPr>
            <a:xfrm>
              <a:off x="841049" y="576261"/>
              <a:ext cx="195435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_tradnl" sz="1400" b="1" dirty="0" err="1"/>
                <a:t>Scan</a:t>
              </a:r>
              <a:r>
                <a:rPr lang="es-ES_tradnl" sz="1400" b="1" dirty="0"/>
                <a:t> me </a:t>
              </a:r>
              <a:r>
                <a:rPr lang="es-ES_tradnl" sz="1400" dirty="0" err="1"/>
                <a:t>to</a:t>
              </a:r>
              <a:r>
                <a:rPr lang="es-ES_tradnl" sz="1400" dirty="0"/>
                <a:t> </a:t>
              </a:r>
              <a:r>
                <a:rPr lang="es-ES_tradnl" sz="1400" dirty="0" err="1"/>
                <a:t>visit</a:t>
              </a:r>
              <a:r>
                <a:rPr lang="es-ES_tradnl" sz="1400" dirty="0"/>
                <a:t> </a:t>
              </a:r>
              <a:r>
                <a:rPr lang="es-ES_tradnl" sz="1400" dirty="0" err="1"/>
                <a:t>this</a:t>
              </a:r>
              <a:r>
                <a:rPr lang="es-ES_tradnl" sz="1400" dirty="0"/>
                <a:t> poster in </a:t>
              </a:r>
              <a:r>
                <a:rPr lang="es-ES_tradnl" sz="1400" b="1" dirty="0" err="1"/>
                <a:t>Gather.town</a:t>
              </a:r>
              <a:endParaRPr lang="es-ES_tradnl" sz="1400" b="1" dirty="0"/>
            </a:p>
          </p:txBody>
        </p:sp>
        <p:pic>
          <p:nvPicPr>
            <p:cNvPr id="23" name="Imagen 22">
              <a:extLst>
                <a:ext uri="{FF2B5EF4-FFF2-40B4-BE49-F238E27FC236}">
                  <a16:creationId xmlns:a16="http://schemas.microsoft.com/office/drawing/2014/main" id="{F5B78614-E2E5-D9F7-D905-A96DAE8E362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/>
            <a:stretch/>
          </p:blipFill>
          <p:spPr>
            <a:xfrm>
              <a:off x="912713" y="1099481"/>
              <a:ext cx="1811031" cy="1811031"/>
            </a:xfrm>
            <a:prstGeom prst="rect">
              <a:avLst/>
            </a:prstGeom>
          </p:spPr>
        </p:pic>
        <p:pic>
          <p:nvPicPr>
            <p:cNvPr id="24" name="Imagen 23">
              <a:extLst>
                <a:ext uri="{FF2B5EF4-FFF2-40B4-BE49-F238E27FC236}">
                  <a16:creationId xmlns:a16="http://schemas.microsoft.com/office/drawing/2014/main" id="{92EC4CFE-995D-D040-5757-27A57E6D4E1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198370" y="2910512"/>
              <a:ext cx="525374" cy="523220"/>
            </a:xfrm>
            <a:prstGeom prst="rect">
              <a:avLst/>
            </a:prstGeom>
          </p:spPr>
        </p:pic>
        <p:sp>
          <p:nvSpPr>
            <p:cNvPr id="25" name="CuadroTexto 24">
              <a:extLst>
                <a:ext uri="{FF2B5EF4-FFF2-40B4-BE49-F238E27FC236}">
                  <a16:creationId xmlns:a16="http://schemas.microsoft.com/office/drawing/2014/main" id="{6D8241C0-CFBE-C1D5-5D6B-05ACB66C2E26}"/>
                </a:ext>
              </a:extLst>
            </p:cNvPr>
            <p:cNvSpPr txBox="1"/>
            <p:nvPr/>
          </p:nvSpPr>
          <p:spPr>
            <a:xfrm>
              <a:off x="912713" y="3018233"/>
              <a:ext cx="110447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sz="1400" dirty="0"/>
                <a:t>Position: B2</a:t>
              </a:r>
            </a:p>
          </p:txBody>
        </p:sp>
      </p:grpSp>
      <p:grpSp>
        <p:nvGrpSpPr>
          <p:cNvPr id="26" name="Grupo 25">
            <a:extLst>
              <a:ext uri="{FF2B5EF4-FFF2-40B4-BE49-F238E27FC236}">
                <a16:creationId xmlns:a16="http://schemas.microsoft.com/office/drawing/2014/main" id="{6FB28AD3-1335-D6F0-277D-FF05B0D6E831}"/>
              </a:ext>
            </a:extLst>
          </p:cNvPr>
          <p:cNvGrpSpPr/>
          <p:nvPr/>
        </p:nvGrpSpPr>
        <p:grpSpPr>
          <a:xfrm>
            <a:off x="1271399" y="6489456"/>
            <a:ext cx="1954358" cy="2857471"/>
            <a:chOff x="841049" y="576261"/>
            <a:chExt cx="1954358" cy="2857471"/>
          </a:xfrm>
        </p:grpSpPr>
        <p:sp>
          <p:nvSpPr>
            <p:cNvPr id="27" name="CuadroTexto 26">
              <a:extLst>
                <a:ext uri="{FF2B5EF4-FFF2-40B4-BE49-F238E27FC236}">
                  <a16:creationId xmlns:a16="http://schemas.microsoft.com/office/drawing/2014/main" id="{FD639658-9C99-594F-254C-66AB259A8A8D}"/>
                </a:ext>
              </a:extLst>
            </p:cNvPr>
            <p:cNvSpPr txBox="1"/>
            <p:nvPr/>
          </p:nvSpPr>
          <p:spPr>
            <a:xfrm>
              <a:off x="841049" y="576261"/>
              <a:ext cx="195435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_tradnl" sz="1400" b="1" dirty="0" err="1"/>
                <a:t>Scan</a:t>
              </a:r>
              <a:r>
                <a:rPr lang="es-ES_tradnl" sz="1400" b="1" dirty="0"/>
                <a:t> me </a:t>
              </a:r>
              <a:r>
                <a:rPr lang="es-ES_tradnl" sz="1400" dirty="0" err="1"/>
                <a:t>to</a:t>
              </a:r>
              <a:r>
                <a:rPr lang="es-ES_tradnl" sz="1400" dirty="0"/>
                <a:t> </a:t>
              </a:r>
              <a:r>
                <a:rPr lang="es-ES_tradnl" sz="1400" dirty="0" err="1"/>
                <a:t>visit</a:t>
              </a:r>
              <a:r>
                <a:rPr lang="es-ES_tradnl" sz="1400" dirty="0"/>
                <a:t> </a:t>
              </a:r>
              <a:r>
                <a:rPr lang="es-ES_tradnl" sz="1400" dirty="0" err="1"/>
                <a:t>this</a:t>
              </a:r>
              <a:r>
                <a:rPr lang="es-ES_tradnl" sz="1400" dirty="0"/>
                <a:t> poster in </a:t>
              </a:r>
              <a:r>
                <a:rPr lang="es-ES_tradnl" sz="1400" b="1" dirty="0" err="1"/>
                <a:t>Gather.town</a:t>
              </a:r>
              <a:endParaRPr lang="es-ES_tradnl" sz="1400" b="1" dirty="0"/>
            </a:p>
          </p:txBody>
        </p:sp>
        <p:pic>
          <p:nvPicPr>
            <p:cNvPr id="28" name="Imagen 27">
              <a:extLst>
                <a:ext uri="{FF2B5EF4-FFF2-40B4-BE49-F238E27FC236}">
                  <a16:creationId xmlns:a16="http://schemas.microsoft.com/office/drawing/2014/main" id="{1F61BFB6-FFFD-429B-66D3-AFFFD4343B9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/>
            <a:stretch/>
          </p:blipFill>
          <p:spPr>
            <a:xfrm>
              <a:off x="912713" y="1099481"/>
              <a:ext cx="1811031" cy="1811031"/>
            </a:xfrm>
            <a:prstGeom prst="rect">
              <a:avLst/>
            </a:prstGeom>
          </p:spPr>
        </p:pic>
        <p:pic>
          <p:nvPicPr>
            <p:cNvPr id="29" name="Imagen 28">
              <a:extLst>
                <a:ext uri="{FF2B5EF4-FFF2-40B4-BE49-F238E27FC236}">
                  <a16:creationId xmlns:a16="http://schemas.microsoft.com/office/drawing/2014/main" id="{F7FD213E-0BED-8531-16DF-29696113FC9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198370" y="2910512"/>
              <a:ext cx="525374" cy="523220"/>
            </a:xfrm>
            <a:prstGeom prst="rect">
              <a:avLst/>
            </a:prstGeom>
          </p:spPr>
        </p:pic>
        <p:sp>
          <p:nvSpPr>
            <p:cNvPr id="30" name="CuadroTexto 29">
              <a:extLst>
                <a:ext uri="{FF2B5EF4-FFF2-40B4-BE49-F238E27FC236}">
                  <a16:creationId xmlns:a16="http://schemas.microsoft.com/office/drawing/2014/main" id="{5B37FA97-DADB-3521-BCB3-0D1C8942F9B5}"/>
                </a:ext>
              </a:extLst>
            </p:cNvPr>
            <p:cNvSpPr txBox="1"/>
            <p:nvPr/>
          </p:nvSpPr>
          <p:spPr>
            <a:xfrm>
              <a:off x="912713" y="3018233"/>
              <a:ext cx="112050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sz="1400" dirty="0"/>
                <a:t>Position: C1</a:t>
              </a:r>
            </a:p>
          </p:txBody>
        </p:sp>
      </p:grpSp>
      <p:grpSp>
        <p:nvGrpSpPr>
          <p:cNvPr id="31" name="Grupo 30">
            <a:extLst>
              <a:ext uri="{FF2B5EF4-FFF2-40B4-BE49-F238E27FC236}">
                <a16:creationId xmlns:a16="http://schemas.microsoft.com/office/drawing/2014/main" id="{0658BBAB-2363-D25A-EA0A-CE12E12E4721}"/>
              </a:ext>
            </a:extLst>
          </p:cNvPr>
          <p:cNvGrpSpPr/>
          <p:nvPr/>
        </p:nvGrpSpPr>
        <p:grpSpPr>
          <a:xfrm>
            <a:off x="3630752" y="6489455"/>
            <a:ext cx="1954358" cy="2857471"/>
            <a:chOff x="841049" y="576261"/>
            <a:chExt cx="1954358" cy="2857471"/>
          </a:xfrm>
        </p:grpSpPr>
        <p:sp>
          <p:nvSpPr>
            <p:cNvPr id="32" name="CuadroTexto 31">
              <a:extLst>
                <a:ext uri="{FF2B5EF4-FFF2-40B4-BE49-F238E27FC236}">
                  <a16:creationId xmlns:a16="http://schemas.microsoft.com/office/drawing/2014/main" id="{F45720C8-FE88-D9D4-A440-E2878EB3BF84}"/>
                </a:ext>
              </a:extLst>
            </p:cNvPr>
            <p:cNvSpPr txBox="1"/>
            <p:nvPr/>
          </p:nvSpPr>
          <p:spPr>
            <a:xfrm>
              <a:off x="841049" y="576261"/>
              <a:ext cx="195435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_tradnl" sz="1400" b="1" dirty="0" err="1"/>
                <a:t>Scan</a:t>
              </a:r>
              <a:r>
                <a:rPr lang="es-ES_tradnl" sz="1400" b="1" dirty="0"/>
                <a:t> me </a:t>
              </a:r>
              <a:r>
                <a:rPr lang="es-ES_tradnl" sz="1400" dirty="0" err="1"/>
                <a:t>to</a:t>
              </a:r>
              <a:r>
                <a:rPr lang="es-ES_tradnl" sz="1400" dirty="0"/>
                <a:t> </a:t>
              </a:r>
              <a:r>
                <a:rPr lang="es-ES_tradnl" sz="1400" dirty="0" err="1"/>
                <a:t>visit</a:t>
              </a:r>
              <a:r>
                <a:rPr lang="es-ES_tradnl" sz="1400" dirty="0"/>
                <a:t> </a:t>
              </a:r>
              <a:r>
                <a:rPr lang="es-ES_tradnl" sz="1400" dirty="0" err="1"/>
                <a:t>this</a:t>
              </a:r>
              <a:r>
                <a:rPr lang="es-ES_tradnl" sz="1400" dirty="0"/>
                <a:t> poster in </a:t>
              </a:r>
              <a:r>
                <a:rPr lang="es-ES_tradnl" sz="1400" b="1" dirty="0" err="1"/>
                <a:t>Gather.town</a:t>
              </a:r>
              <a:endParaRPr lang="es-ES_tradnl" sz="1400" b="1" dirty="0"/>
            </a:p>
          </p:txBody>
        </p:sp>
        <p:pic>
          <p:nvPicPr>
            <p:cNvPr id="33" name="Imagen 32">
              <a:extLst>
                <a:ext uri="{FF2B5EF4-FFF2-40B4-BE49-F238E27FC236}">
                  <a16:creationId xmlns:a16="http://schemas.microsoft.com/office/drawing/2014/main" id="{45BF6817-44FA-B862-15EE-8072171B5371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/>
            <a:stretch/>
          </p:blipFill>
          <p:spPr>
            <a:xfrm>
              <a:off x="912713" y="1099481"/>
              <a:ext cx="1811031" cy="1811031"/>
            </a:xfrm>
            <a:prstGeom prst="rect">
              <a:avLst/>
            </a:prstGeom>
          </p:spPr>
        </p:pic>
        <p:pic>
          <p:nvPicPr>
            <p:cNvPr id="34" name="Imagen 33">
              <a:extLst>
                <a:ext uri="{FF2B5EF4-FFF2-40B4-BE49-F238E27FC236}">
                  <a16:creationId xmlns:a16="http://schemas.microsoft.com/office/drawing/2014/main" id="{7892BA22-4D99-A7A9-51BE-7FFF6AE4BCC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198370" y="2910512"/>
              <a:ext cx="525374" cy="523220"/>
            </a:xfrm>
            <a:prstGeom prst="rect">
              <a:avLst/>
            </a:prstGeom>
          </p:spPr>
        </p:pic>
        <p:sp>
          <p:nvSpPr>
            <p:cNvPr id="35" name="CuadroTexto 34">
              <a:extLst>
                <a:ext uri="{FF2B5EF4-FFF2-40B4-BE49-F238E27FC236}">
                  <a16:creationId xmlns:a16="http://schemas.microsoft.com/office/drawing/2014/main" id="{BC49A0F8-87FA-870D-4A17-7EA9400F6E6A}"/>
                </a:ext>
              </a:extLst>
            </p:cNvPr>
            <p:cNvSpPr txBox="1"/>
            <p:nvPr/>
          </p:nvSpPr>
          <p:spPr>
            <a:xfrm>
              <a:off x="912713" y="3018233"/>
              <a:ext cx="112050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sz="1400" dirty="0"/>
                <a:t>Position: C2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8546929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e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</TotalTime>
  <Words>78</Words>
  <Application>Microsoft Macintosh PowerPoint</Application>
  <PresentationFormat>A4 (210 x 297 mm)</PresentationFormat>
  <Paragraphs>12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José Francisco Chicano García</dc:creator>
  <cp:lastModifiedBy>José Francisco Chicano García</cp:lastModifiedBy>
  <cp:revision>1</cp:revision>
  <dcterms:created xsi:type="dcterms:W3CDTF">2025-04-18T21:53:01Z</dcterms:created>
  <dcterms:modified xsi:type="dcterms:W3CDTF">2025-04-18T22:04:52Z</dcterms:modified>
</cp:coreProperties>
</file>